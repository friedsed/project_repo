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972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450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6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55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3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077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55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04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37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5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16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79E80-B507-465F-8C89-3FD3F3F295D5}" type="datetimeFigureOut">
              <a:rPr lang="fr-FR" smtClean="0"/>
              <a:t>17/02/2022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8CAFD-6ECE-4824-AA5A-44E0E7D275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46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021641" y="178156"/>
            <a:ext cx="4619562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structure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971897" y="5835993"/>
            <a:ext cx="4975684" cy="646331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i="1" dirty="0" smtClean="0"/>
              <a:t>TABLES, FIGURES, IMAGES:  INDEX + CAPTION</a:t>
            </a:r>
          </a:p>
          <a:p>
            <a:r>
              <a:rPr lang="fr-FR" b="1" i="1" dirty="0" smtClean="0"/>
              <a:t>NUMBERED EQUATIONS</a:t>
            </a:r>
            <a:r>
              <a:rPr lang="fr-FR" i="1" dirty="0" smtClean="0"/>
              <a:t> (</a:t>
            </a:r>
            <a:r>
              <a:rPr lang="fr-FR" i="1" dirty="0" err="1" smtClean="0"/>
              <a:t>when</a:t>
            </a:r>
            <a:r>
              <a:rPr lang="fr-FR" i="1" dirty="0" smtClean="0"/>
              <a:t> </a:t>
            </a:r>
            <a:r>
              <a:rPr lang="fr-FR" i="1" dirty="0" err="1" smtClean="0"/>
              <a:t>necessary</a:t>
            </a:r>
            <a:r>
              <a:rPr lang="fr-FR" i="1" dirty="0" smtClean="0"/>
              <a:t>)</a:t>
            </a:r>
            <a:endParaRPr lang="fr-FR" i="1" dirty="0"/>
          </a:p>
        </p:txBody>
      </p:sp>
      <p:sp>
        <p:nvSpPr>
          <p:cNvPr id="7" name="ZoneTexte 6"/>
          <p:cNvSpPr txBox="1"/>
          <p:nvPr/>
        </p:nvSpPr>
        <p:spPr>
          <a:xfrm>
            <a:off x="135170" y="4849417"/>
            <a:ext cx="3840484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APPENDIX</a:t>
            </a:r>
            <a:r>
              <a:rPr lang="fr-FR" dirty="0" smtClean="0"/>
              <a:t>, </a:t>
            </a:r>
            <a:r>
              <a:rPr lang="fr-FR" i="1" dirty="0" err="1" smtClean="0"/>
              <a:t>optional</a:t>
            </a:r>
            <a:endParaRPr lang="fr-FR" i="1" dirty="0"/>
          </a:p>
        </p:txBody>
      </p:sp>
      <p:sp>
        <p:nvSpPr>
          <p:cNvPr id="8" name="ZoneTexte 7"/>
          <p:cNvSpPr txBox="1"/>
          <p:nvPr/>
        </p:nvSpPr>
        <p:spPr>
          <a:xfrm>
            <a:off x="135171" y="3855696"/>
            <a:ext cx="3840488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CONCLUDING</a:t>
            </a:r>
            <a:r>
              <a:rPr lang="fr-FR" dirty="0" smtClean="0"/>
              <a:t> </a:t>
            </a:r>
            <a:r>
              <a:rPr lang="fr-FR" b="1" dirty="0" smtClean="0"/>
              <a:t>REMARKS</a:t>
            </a:r>
            <a:r>
              <a:rPr lang="fr-FR" dirty="0" smtClean="0"/>
              <a:t>, </a:t>
            </a:r>
            <a:r>
              <a:rPr lang="fr-FR" b="1" dirty="0" smtClean="0"/>
              <a:t>PERSPECTIVE</a:t>
            </a:r>
            <a:endParaRPr lang="fr-FR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135170" y="4330164"/>
            <a:ext cx="3840482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BIBLIOGRAPHY</a:t>
            </a:r>
            <a:endParaRPr lang="fr-FR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4955504" y="3834176"/>
            <a:ext cx="363374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METHODOLOGY</a:t>
            </a:r>
            <a:endParaRPr lang="fr-FR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135174" y="2403625"/>
            <a:ext cx="3840481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NOMENCLATURE</a:t>
            </a:r>
            <a:r>
              <a:rPr lang="fr-FR" dirty="0" smtClean="0"/>
              <a:t>, </a:t>
            </a:r>
            <a:r>
              <a:rPr lang="fr-FR" i="1" dirty="0" err="1" smtClean="0"/>
              <a:t>optional</a:t>
            </a:r>
            <a:endParaRPr lang="fr-FR" i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4955504" y="4314525"/>
            <a:ext cx="363374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MODELS</a:t>
            </a:r>
            <a:endParaRPr lang="fr-FR" b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4955504" y="4792283"/>
            <a:ext cx="363374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TOOLS, SIMULATIONS, TEST CASES</a:t>
            </a:r>
            <a:endParaRPr lang="fr-FR" b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4955504" y="3348151"/>
            <a:ext cx="363374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CONFIGURATIONS, DATA</a:t>
            </a:r>
            <a:endParaRPr lang="fr-FR" b="1" dirty="0"/>
          </a:p>
        </p:txBody>
      </p:sp>
      <p:sp>
        <p:nvSpPr>
          <p:cNvPr id="17" name="ZoneTexte 16"/>
          <p:cNvSpPr txBox="1"/>
          <p:nvPr/>
        </p:nvSpPr>
        <p:spPr>
          <a:xfrm>
            <a:off x="4955504" y="5270041"/>
            <a:ext cx="363374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PLOTS, ANALYSIS</a:t>
            </a:r>
            <a:endParaRPr lang="fr-FR" b="1" dirty="0"/>
          </a:p>
        </p:txBody>
      </p:sp>
      <p:sp>
        <p:nvSpPr>
          <p:cNvPr id="18" name="ZoneTexte 17"/>
          <p:cNvSpPr txBox="1"/>
          <p:nvPr/>
        </p:nvSpPr>
        <p:spPr>
          <a:xfrm>
            <a:off x="135168" y="992104"/>
            <a:ext cx="3840484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TITLE</a:t>
            </a:r>
            <a:r>
              <a:rPr lang="fr-FR" dirty="0" smtClean="0"/>
              <a:t> </a:t>
            </a:r>
            <a:r>
              <a:rPr lang="fr-FR" b="1" dirty="0" smtClean="0"/>
              <a:t>PAGE</a:t>
            </a:r>
            <a:endParaRPr lang="fr-FR" b="1" dirty="0"/>
          </a:p>
        </p:txBody>
      </p:sp>
      <p:sp>
        <p:nvSpPr>
          <p:cNvPr id="19" name="ZoneTexte 18"/>
          <p:cNvSpPr txBox="1"/>
          <p:nvPr/>
        </p:nvSpPr>
        <p:spPr>
          <a:xfrm>
            <a:off x="4955504" y="2885663"/>
            <a:ext cx="363374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STATE OF THE ART</a:t>
            </a:r>
            <a:endParaRPr lang="fr-FR" b="1" dirty="0"/>
          </a:p>
        </p:txBody>
      </p:sp>
      <p:sp>
        <p:nvSpPr>
          <p:cNvPr id="21" name="Rectangle avec flèche vers la droite 20"/>
          <p:cNvSpPr/>
          <p:nvPr/>
        </p:nvSpPr>
        <p:spPr>
          <a:xfrm>
            <a:off x="135170" y="3351799"/>
            <a:ext cx="4365275" cy="369332"/>
          </a:xfrm>
          <a:prstGeom prst="rightArrowCallout">
            <a:avLst>
              <a:gd name="adj1" fmla="val 20694"/>
              <a:gd name="adj2" fmla="val 27153"/>
              <a:gd name="adj3" fmla="val 48682"/>
              <a:gd name="adj4" fmla="val 88466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 smtClean="0"/>
              <a:t>STRUCTURE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4500445" y="1005338"/>
            <a:ext cx="419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Authors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supervisors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date,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4420930" y="2373896"/>
            <a:ext cx="3979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hen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lot of notations are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07177" y="2877712"/>
            <a:ext cx="103369" cy="27537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135168" y="1466045"/>
            <a:ext cx="3840484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ABSTRACT</a:t>
            </a:r>
            <a:endParaRPr lang="fr-FR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135170" y="1932095"/>
            <a:ext cx="3840484" cy="369332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b="1" dirty="0" smtClean="0"/>
              <a:t>TABLE OF CONTENTS</a:t>
            </a:r>
            <a:endParaRPr lang="fr-FR" b="1" dirty="0"/>
          </a:p>
        </p:txBody>
      </p:sp>
      <p:sp>
        <p:nvSpPr>
          <p:cNvPr id="26" name="ZoneTexte 25"/>
          <p:cNvSpPr txBox="1"/>
          <p:nvPr/>
        </p:nvSpPr>
        <p:spPr>
          <a:xfrm>
            <a:off x="4420930" y="1851329"/>
            <a:ext cx="333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figures and tables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7637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77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Présentation PowerPoint</vt:lpstr>
    </vt:vector>
  </TitlesOfParts>
  <Company>DSI-IMFT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airiau</dc:creator>
  <cp:lastModifiedBy>airiau</cp:lastModifiedBy>
  <cp:revision>7</cp:revision>
  <dcterms:created xsi:type="dcterms:W3CDTF">2022-02-17T13:22:29Z</dcterms:created>
  <dcterms:modified xsi:type="dcterms:W3CDTF">2022-02-17T17:03:58Z</dcterms:modified>
</cp:coreProperties>
</file>